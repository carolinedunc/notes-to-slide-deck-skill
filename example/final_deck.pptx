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02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3A5C"/>
                </a:solidFill>
              </a:rPr>
              <a:t>DUNCAN &amp; 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B3A5C"/>
                </a:solidFill>
              </a:rPr>
              <a:t>Team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18288"/>
          </a:xfrm>
          <a:prstGeom prst="rect">
            <a:avLst/>
          </a:prstGeom>
          <a:solidFill>
            <a:srgbClr val="E87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7772400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</a:rPr>
              <a:t>Duncan &amp; 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6634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</a:rPr>
              <a:t>1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6851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828800"/>
            <a:ext cx="7223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Employee X has finished the onboarding redesign and it is ready for review this week.</a:t>
            </a:r>
          </a:p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The backend migration is currently about two weeks behind the original schedule.</a:t>
            </a:r>
          </a:p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A new hire starts next Monday, so they will need their laptop and account setup completed by Friday.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3A5C"/>
                </a:solidFill>
              </a:rPr>
              <a:t>DUNCAN &amp; 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B3A5C"/>
                </a:solidFill>
              </a:rPr>
              <a:t>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18288"/>
          </a:xfrm>
          <a:prstGeom prst="rect">
            <a:avLst/>
          </a:prstGeom>
          <a:solidFill>
            <a:srgbClr val="E87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7772400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</a:rPr>
              <a:t>Duncan &amp; 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6634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</a:rPr>
              <a:t>2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6851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828800"/>
            <a:ext cx="7223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Schedule a follow-up with the design team before the end of the month.</a:t>
            </a:r>
          </a:p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We need to get budget approval for the additional contractor hours.</a:t>
            </a:r>
          </a:p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Please send the updated timeline to stakeholders by Wednesday.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3A5C"/>
                </a:solidFill>
              </a:rPr>
              <a:t>DUNCAN &amp; 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B3A5C"/>
                </a:solidFill>
              </a:rPr>
              <a:t>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18288"/>
          </a:xfrm>
          <a:prstGeom prst="rect">
            <a:avLst/>
          </a:prstGeom>
          <a:solidFill>
            <a:srgbClr val="E87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7772400" cy="1828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</a:rPr>
              <a:t>Duncan &amp; 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6634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08080"/>
                </a:solidFill>
              </a:rPr>
              <a:t>3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6851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828800"/>
            <a:ext cx="7223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We are still waiting on legal's feedback on the vendor contract.</a:t>
            </a:r>
          </a:p>
          <a:p>
            <a:pPr>
              <a:spcAft>
                <a:spcPts val="900"/>
              </a:spcAft>
              <a:defRPr sz="1200">
                <a:solidFill>
                  <a:srgbClr val="2B2B2B"/>
                </a:solidFill>
              </a:defRPr>
            </a:pPr>
            <a:r>
              <a:t>• We need to confirm whether the Q3 offsite is happening in person or remotely.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