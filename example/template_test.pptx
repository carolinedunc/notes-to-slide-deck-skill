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029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Test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1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1828800"/>
            <a:ext cx="7223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2B2B2B"/>
                </a:solidFill>
              </a:defRPr>
            </a:pPr>
            <a:r>
              <a:t>• First point here</a:t>
            </a:r>
          </a:p>
          <a:p>
            <a:pPr>
              <a:spcAft>
                <a:spcPts val="900"/>
              </a:spcAft>
              <a:defRPr sz="1200">
                <a:solidFill>
                  <a:srgbClr val="2B2B2B"/>
                </a:solidFill>
              </a:defRPr>
            </a:pPr>
            <a:r>
              <a:t>• Second point here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Key Themes &amp; Overall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2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3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3A5C"/>
                </a:solidFill>
              </a:rPr>
              <a:t>Customer Pipeline and Revenue Guidance for the Upcoming Fiscal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4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Open Questions &amp; Follow-Ups from Site Visit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5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