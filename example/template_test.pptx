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029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3A5C"/>
                </a:solidFill>
              </a:rPr>
              <a:t>DUNCAN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B3A5C"/>
                </a:solidFill>
              </a:rPr>
              <a:t>Q1'26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7772400" cy="18288"/>
          </a:xfrm>
          <a:prstGeom prst="rect">
            <a:avLst/>
          </a:prstGeom>
          <a:solidFill>
            <a:srgbClr val="E87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777240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</a:rPr>
              <a:t>Duncan &amp; 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6634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3A5C"/>
                </a:solidFill>
              </a:rPr>
              <a:t>DUNCAN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B3A5C"/>
                </a:solidFill>
              </a:rPr>
              <a:t>Key Themes &amp; Overall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7772400" cy="18288"/>
          </a:xfrm>
          <a:prstGeom prst="rect">
            <a:avLst/>
          </a:prstGeom>
          <a:solidFill>
            <a:srgbClr val="E87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777240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</a:rPr>
              <a:t>Duncan &amp; 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6634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