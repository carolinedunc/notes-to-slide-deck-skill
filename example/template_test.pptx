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029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3A5C"/>
                </a:solidFill>
              </a:rPr>
              <a:t>Q1'26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B3A5C"/>
                </a:solidFill>
              </a:rPr>
              <a:t>Key Themes &amp; Overall Takeaways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